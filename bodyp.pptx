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1417" y="-8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3413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6299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162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331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3041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02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4991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9850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0541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9655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49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B6D04D-E366-4244-9DC8-B6E99EAEC61C}" type="datetimeFigureOut">
              <a:rPr lang="en-IN" smtClean="0"/>
              <a:t>12-03-2026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4D2CE1-B331-4CAC-8CAD-B7506E402C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511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70" y="188639"/>
            <a:ext cx="9132930" cy="409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361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On-screen Show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A.C</dc:creator>
  <cp:lastModifiedBy>A.C</cp:lastModifiedBy>
  <cp:revision>1</cp:revision>
  <dcterms:created xsi:type="dcterms:W3CDTF">2026-03-12T12:32:07Z</dcterms:created>
  <dcterms:modified xsi:type="dcterms:W3CDTF">2026-03-12T12:39:05Z</dcterms:modified>
</cp:coreProperties>
</file>